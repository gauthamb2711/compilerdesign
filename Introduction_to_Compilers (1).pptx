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image" Target="../media/image-6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compiler_ppt/icons/Fa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72009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630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810512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Compilers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2011680" cy="0"/>
          </a:xfrm>
          <a:prstGeom prst="line">
            <a:avLst/>
          </a:prstGeom>
          <a:noFill/>
          <a:ln w="25400">
            <a:solidFill>
              <a:srgbClr val="4FD3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1272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1402 COMPILER DESIGN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5478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N. DEEPA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645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GAUTHAM B 192421318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51023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compiler_ppt/icons/Fa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61150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Compiler?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17043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is a software program that converts a high-level programming language (such as C or C++) into machine language (binary code) that the computer can understand and execute.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64240" cy="397764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888888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75688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1078992" y="2075688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335024" y="2075688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bubblesort.c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377440"/>
            <a:ext cx="104241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bubbleSort(int arr[], int n)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n-1; i++)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j = 0; j &lt; n-i-1; j++)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(arr[j] &gt; arr[j+1])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int t = arr[j];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arr[j] = arr[j+1];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arr[j+1] = 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arr[] = {64, 34, 25, 12, 11};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= sizeof(arr)/sizeof(arr[0]);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bubbleSort(arr, n);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n; i++)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", arr[i]);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6035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035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65960" y="6035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240280" y="6035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2240280" y="6035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0" y="6035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931920" y="6035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6035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15000" y="6035040"/>
            <a:ext cx="6446520" cy="502920"/>
          </a:xfrm>
          <a:prstGeom prst="roundRect">
            <a:avLst>
              <a:gd name="adj" fmla="val 14545"/>
            </a:avLst>
          </a:prstGeom>
          <a:solidFill>
            <a:srgbClr val="4FD3C4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6035040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converts this program into machine code (0s and 1s).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compiler_ppt/icons/Fa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61150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 Compiler?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cannot understand programming languages like C or Java directly. The compiler bridges that gap: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2631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compiler_ppt/icons/FaExchange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8" y="240715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671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Source to Machine Code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600200" y="25146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human-readable code into binary instructions the CPU executes.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55080" y="205740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0" y="22631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compiler_ppt/icons/FaB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698" y="240715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21671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Programming Errors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406640" y="25146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mistakes in the code before the program ever runs.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6347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/home/claude/compiler_ppt/icons/FaTachometer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" y="377875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5387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Program Performance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00200" y="3886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instructions so programs run faster and leaner.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55080" y="342900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83680" y="36347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compiler_ppt/icons/FaFileExpo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698" y="377875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35387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Executable File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406640" y="3886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runnable program the operating system can launch.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compiler, the computer cannot execute the program.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/home/claude/compiler_ppt/icons/Fa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61150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of a Compiler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performs several important tasks, step by step: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81432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22680" y="205740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132268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12368" y="2697480"/>
            <a:ext cx="822960" cy="822960"/>
          </a:xfrm>
          <a:prstGeom prst="ellipse">
            <a:avLst/>
          </a:prstGeom>
          <a:solidFill>
            <a:srgbClr val="E8F1F7"/>
          </a:solidFill>
          <a:ln/>
        </p:spPr>
      </p:sp>
      <p:pic>
        <p:nvPicPr>
          <p:cNvPr id="10" name="Image 1" descr="/home/claude/compiler_ppt/icons/FaLangua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960" y="286207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2872" y="370332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6024" y="41148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high-level language into machine code.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566264" y="31318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67432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08680" y="20574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2"/>
          <p:cNvSpPr/>
          <p:nvPr/>
        </p:nvSpPr>
        <p:spPr>
          <a:xfrm>
            <a:off x="360868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398368" y="2697480"/>
            <a:ext cx="822960" cy="822960"/>
          </a:xfrm>
          <a:prstGeom prst="ellipse">
            <a:avLst/>
          </a:prstGeom>
          <a:solidFill>
            <a:srgbClr val="E4F0F1"/>
          </a:solidFill>
          <a:ln/>
        </p:spPr>
      </p:sp>
      <p:pic>
        <p:nvPicPr>
          <p:cNvPr id="18" name="Image 2" descr="/home/claude/compiler_ppt/icons/FaFileCod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960" y="286207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58872" y="370332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Check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2932024" y="41148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code for syntax errors.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852264" y="31318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053432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894680" y="205740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19"/>
          <p:cNvSpPr/>
          <p:nvPr/>
        </p:nvSpPr>
        <p:spPr>
          <a:xfrm>
            <a:off x="589468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684368" y="2697480"/>
            <a:ext cx="822960" cy="822960"/>
          </a:xfrm>
          <a:prstGeom prst="ellipse">
            <a:avLst/>
          </a:prstGeom>
          <a:solidFill>
            <a:srgbClr val="E8F1F7"/>
          </a:solidFill>
          <a:ln/>
        </p:spPr>
      </p:sp>
      <p:pic>
        <p:nvPicPr>
          <p:cNvPr id="26" name="Image 3" descr="/home/claude/compiler_ppt/icons/FaCheckCir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960" y="2862072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44872" y="370332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Check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218024" y="41148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code for semantic errors.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138264" y="31318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339432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180680" y="20574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26"/>
          <p:cNvSpPr/>
          <p:nvPr/>
        </p:nvSpPr>
        <p:spPr>
          <a:xfrm>
            <a:off x="818068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7970368" y="2697480"/>
            <a:ext cx="822960" cy="822960"/>
          </a:xfrm>
          <a:prstGeom prst="ellipse">
            <a:avLst/>
          </a:prstGeom>
          <a:solidFill>
            <a:srgbClr val="E4F0F1"/>
          </a:solidFill>
          <a:ln/>
        </p:spPr>
      </p:sp>
      <p:pic>
        <p:nvPicPr>
          <p:cNvPr id="34" name="Image 4" descr="/home/claude/compiler_ppt/icons/FaBol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960" y="2862072"/>
            <a:ext cx="493776" cy="4937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30872" y="370332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7504024" y="41148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the program for better performance.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9424264" y="31318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9625432" y="18288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10466680" y="205740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3"/>
          <p:cNvSpPr/>
          <p:nvPr/>
        </p:nvSpPr>
        <p:spPr>
          <a:xfrm>
            <a:off x="1046668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10256368" y="2697480"/>
            <a:ext cx="822960" cy="822960"/>
          </a:xfrm>
          <a:prstGeom prst="ellipse">
            <a:avLst/>
          </a:prstGeom>
          <a:solidFill>
            <a:srgbClr val="E8F1F7"/>
          </a:solidFill>
          <a:ln/>
        </p:spPr>
      </p:sp>
      <p:pic>
        <p:nvPicPr>
          <p:cNvPr id="42" name="Image 5" descr="/home/claude/compiler_ppt/icons/FaProjectDiagram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0960" y="2862072"/>
            <a:ext cx="493776" cy="49377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716872" y="370332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9790024" y="41148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final executable code.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4FD3C4"/>
          </a:solidFill>
          <a:ln/>
        </p:spPr>
      </p:sp>
      <p:pic>
        <p:nvPicPr>
          <p:cNvPr id="3" name="Image 0" descr="/home/claude/compiler_ppt/icons/FaRocket_mid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61150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 Compiler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00888" y="16916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B356E"/>
          </a:solidFill>
          <a:ln/>
        </p:spPr>
      </p:sp>
      <p:sp>
        <p:nvSpPr>
          <p:cNvPr id="6" name="Shape 3"/>
          <p:cNvSpPr/>
          <p:nvPr/>
        </p:nvSpPr>
        <p:spPr>
          <a:xfrm>
            <a:off x="929488" y="1920240"/>
            <a:ext cx="594360" cy="594360"/>
          </a:xfrm>
          <a:prstGeom prst="ellipse">
            <a:avLst/>
          </a:prstGeom>
          <a:solidFill>
            <a:srgbClr val="4FD3C4"/>
          </a:solidFill>
          <a:ln/>
        </p:spPr>
      </p:sp>
      <p:pic>
        <p:nvPicPr>
          <p:cNvPr id="7" name="Image 1" descr="/home/claude/compiler_ppt/icons/FaTachometerAlt_midn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19" y="2053971"/>
            <a:ext cx="326898" cy="326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1008" y="1892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29488" y="2560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programs run quickly, directly as machine code.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04208" y="16916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B356E"/>
          </a:solidFill>
          <a:ln/>
        </p:spPr>
      </p:sp>
      <p:sp>
        <p:nvSpPr>
          <p:cNvPr id="11" name="Shape 7"/>
          <p:cNvSpPr/>
          <p:nvPr/>
        </p:nvSpPr>
        <p:spPr>
          <a:xfrm>
            <a:off x="4632808" y="1920240"/>
            <a:ext cx="594360" cy="594360"/>
          </a:xfrm>
          <a:prstGeom prst="ellipse">
            <a:avLst/>
          </a:prstGeom>
          <a:solidFill>
            <a:srgbClr val="4FD3C4"/>
          </a:solidFill>
          <a:ln/>
        </p:spPr>
      </p:sp>
      <p:pic>
        <p:nvPicPr>
          <p:cNvPr id="12" name="Image 2" descr="/home/claude/compiler_ppt/icons/FaSearch_midn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539" y="2053971"/>
            <a:ext cx="326898" cy="3268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4328" y="1892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Error Detection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32808" y="2560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errors before the program ever executes.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07528" y="16916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B356E"/>
          </a:solidFill>
          <a:ln/>
        </p:spPr>
      </p:sp>
      <p:sp>
        <p:nvSpPr>
          <p:cNvPr id="16" name="Shape 11"/>
          <p:cNvSpPr/>
          <p:nvPr/>
        </p:nvSpPr>
        <p:spPr>
          <a:xfrm>
            <a:off x="8336128" y="1920240"/>
            <a:ext cx="594360" cy="594360"/>
          </a:xfrm>
          <a:prstGeom prst="ellipse">
            <a:avLst/>
          </a:prstGeom>
          <a:solidFill>
            <a:srgbClr val="4FD3C4"/>
          </a:solidFill>
          <a:ln/>
        </p:spPr>
      </p:sp>
      <p:pic>
        <p:nvPicPr>
          <p:cNvPr id="17" name="Image 3" descr="/home/claude/compiler_ppt/icons/FaCogs_mid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859" y="205397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67648" y="1892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Code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36128" y="2560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lean, optimized machine instructions.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00888" y="39319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B356E"/>
          </a:solidFill>
          <a:ln/>
        </p:spPr>
      </p:sp>
      <p:sp>
        <p:nvSpPr>
          <p:cNvPr id="21" name="Shape 15"/>
          <p:cNvSpPr/>
          <p:nvPr/>
        </p:nvSpPr>
        <p:spPr>
          <a:xfrm>
            <a:off x="929488" y="4160520"/>
            <a:ext cx="594360" cy="594360"/>
          </a:xfrm>
          <a:prstGeom prst="ellipse">
            <a:avLst/>
          </a:prstGeom>
          <a:solidFill>
            <a:srgbClr val="4FD3C4"/>
          </a:solidFill>
          <a:ln/>
        </p:spPr>
      </p:sp>
      <p:pic>
        <p:nvPicPr>
          <p:cNvPr id="22" name="Image 4" descr="/home/claude/compiler_ppt/icons/FaClock_midn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219" y="4294251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61008" y="4133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Execution Time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29488" y="4800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time spent running the final program.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404208" y="39319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B356E"/>
          </a:solidFill>
          <a:ln/>
        </p:spPr>
      </p:sp>
      <p:sp>
        <p:nvSpPr>
          <p:cNvPr id="26" name="Shape 19"/>
          <p:cNvSpPr/>
          <p:nvPr/>
        </p:nvSpPr>
        <p:spPr>
          <a:xfrm>
            <a:off x="4632808" y="4160520"/>
            <a:ext cx="594360" cy="594360"/>
          </a:xfrm>
          <a:prstGeom prst="ellipse">
            <a:avLst/>
          </a:prstGeom>
          <a:solidFill>
            <a:srgbClr val="4FD3C4"/>
          </a:solidFill>
          <a:ln/>
        </p:spPr>
      </p:sp>
      <p:pic>
        <p:nvPicPr>
          <p:cNvPr id="27" name="Image 5" descr="/home/claude/compiler_ppt/icons/FaChartLine_midn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539" y="4294251"/>
            <a:ext cx="326898" cy="32689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64328" y="4133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632808" y="4800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overall software performance and reliability.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compiler_ppt/icons/FaLangu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61150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know only Tamil, but a person understands only English. A translator converts Tamil into English for you.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921944" y="214884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9224" y="23134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compiler_ppt/icons/Fa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242" y="2457450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3384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Speaker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756584" y="2514600"/>
            <a:ext cx="92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678528" y="214884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75808" y="23134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compiler_ppt/icons/FaExchangeAl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826" y="2457450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69968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513168" y="2514600"/>
            <a:ext cx="92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435111" y="214884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532391" y="23134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/home/claude/compiler_ppt/icons/FaUs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409" y="2457450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26551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Speaker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Similarly, in computing: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21944" y="402336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019224" y="418795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compiler_ppt/icons/FaUs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242" y="4331970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13384" y="4864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(High-Level Language)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3756584" y="4389120"/>
            <a:ext cx="92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4678528" y="402336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775808" y="41879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/home/claude/compiler_ppt/icons/FaExchangeAl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826" y="4331970"/>
            <a:ext cx="352044" cy="3520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69968" y="4864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7513168" y="4389120"/>
            <a:ext cx="921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8435111" y="402336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9532391" y="418795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3" name="Image 6" descr="/home/claude/compiler_ppt/icons/FaUs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6409" y="4331970"/>
            <a:ext cx="352044" cy="3520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526551" y="4864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 Language)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1371600" y="5623560"/>
            <a:ext cx="941832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36" name="Text 27"/>
          <p:cNvSpPr/>
          <p:nvPr/>
        </p:nvSpPr>
        <p:spPr>
          <a:xfrm>
            <a:off x="1554480" y="562356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acts as a translator between the programmer and the computer.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compiler_ppt/icons/FaLaptop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61150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Compilers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 Are Used In: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81432" y="1828800"/>
            <a:ext cx="20848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39800" y="2029968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compiler_ppt/icons/FaLaptop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21" y="2202790"/>
            <a:ext cx="422453" cy="4224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2872" y="288036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2767432" y="1828800"/>
            <a:ext cx="20848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25800" y="2029968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compiler_ppt/icons/FaMobile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621" y="2202790"/>
            <a:ext cx="422453" cy="4224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58872" y="288036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53432" y="1828800"/>
            <a:ext cx="20848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711800" y="2029968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compiler_ppt/icons/FaGamep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21" y="2202790"/>
            <a:ext cx="422453" cy="42245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44872" y="288036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339432" y="1828800"/>
            <a:ext cx="20848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997800" y="2029968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/home/claude/compiler_ppt/icons/Fa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621" y="2202790"/>
            <a:ext cx="422453" cy="42245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30872" y="288036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9625432" y="1828800"/>
            <a:ext cx="20848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10283800" y="2029968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5" descr="/home/claude/compiler_ppt/icons/FaMicrochi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6621" y="2202790"/>
            <a:ext cx="422453" cy="42245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716872" y="288036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Compilers: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2209648" y="4572000"/>
            <a:ext cx="2011680" cy="77724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28" name="Text 20"/>
          <p:cNvSpPr/>
          <p:nvPr/>
        </p:nvSpPr>
        <p:spPr>
          <a:xfrm>
            <a:off x="2209648" y="4572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4449928" y="4572000"/>
            <a:ext cx="2011680" cy="77724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0" name="Text 22"/>
          <p:cNvSpPr/>
          <p:nvPr/>
        </p:nvSpPr>
        <p:spPr>
          <a:xfrm>
            <a:off x="4449928" y="4572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Clang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6690208" y="4572000"/>
            <a:ext cx="3291840" cy="77724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2" name="Text 24"/>
          <p:cNvSpPr/>
          <p:nvPr/>
        </p:nvSpPr>
        <p:spPr>
          <a:xfrm>
            <a:off x="6690208" y="4572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Visual C++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474720" cy="347472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685800"/>
            <a:ext cx="1097280" cy="1097280"/>
          </a:xfrm>
          <a:prstGeom prst="ellipse">
            <a:avLst/>
          </a:prstGeom>
          <a:solidFill>
            <a:srgbClr val="4FD3C4"/>
          </a:solidFill>
          <a:ln/>
        </p:spPr>
      </p:sp>
      <p:pic>
        <p:nvPicPr>
          <p:cNvPr id="5" name="Image 0" descr="/home/claude/compiler_ppt/icons/FaFlagCheckered_mid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93268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96596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1554480" y="2880360"/>
            <a:ext cx="9052560" cy="2468880"/>
          </a:xfrm>
          <a:prstGeom prst="roundRect">
            <a:avLst>
              <a:gd name="adj" fmla="val 4444"/>
            </a:avLst>
          </a:prstGeom>
          <a:solidFill>
            <a:srgbClr val="2B356E"/>
          </a:solidFill>
          <a:ln/>
        </p:spPr>
      </p:sp>
      <p:sp>
        <p:nvSpPr>
          <p:cNvPr id="8" name="Text 5"/>
          <p:cNvSpPr/>
          <p:nvPr/>
        </p:nvSpPr>
        <p:spPr>
          <a:xfrm>
            <a:off x="1920240" y="310896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is an essential software tool that converts high-level programs into machine code.</a:t>
            </a:r>
            <a:endParaRPr lang="en-US" sz="165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6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errors, improves program performance, and creates executable files — making software development efficient and reliable.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0" y="57607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4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2026-07-28T08:08:05Z</dcterms:created>
  <dcterms:modified xsi:type="dcterms:W3CDTF">2026-07-28T08:08:05Z</dcterms:modified>
</cp:coreProperties>
</file>